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30"/>
  </p:normalViewPr>
  <p:slideViewPr>
    <p:cSldViewPr snapToGrid="0">
      <p:cViewPr varScale="1">
        <p:scale>
          <a:sx n="88" d="100"/>
          <a:sy n="88" d="100"/>
        </p:scale>
        <p:origin x="200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87C22-7996-4B01-CD48-3AC516ED53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159DA0-CEA0-24AE-4BC5-D207F50D4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C88A3-B994-7B3B-FDC6-EE701B2C5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8B0BA-2F67-D642-80C7-2B0C16BDB5E5}" type="datetimeFigureOut"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C54C-DA30-2DB0-C619-259653B3C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C6CFA-8C5C-61CF-595A-AE04E66DF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78D0-7E01-984A-AE4C-EA2E750AB5F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24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459E9-5A57-ED80-BC63-FBEC5C48B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A27A5-239D-B67C-B3B4-FC18381B7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AFB23-AB70-2ACA-8DEA-1C8642102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8B0BA-2F67-D642-80C7-2B0C16BDB5E5}" type="datetimeFigureOut"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17E66-2155-9550-5681-8FAC56CE1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67086-0DB4-19C7-9181-27AE1C5F7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78D0-7E01-984A-AE4C-EA2E750AB5F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513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E09E5-BF90-A178-365D-C93C50BCC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245BA-1503-11BE-8956-55B0877F8D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929AF-5414-1C25-6203-84C02031A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8B0BA-2F67-D642-80C7-2B0C16BDB5E5}" type="datetimeFigureOut"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A5EEF-23A0-242F-F65C-E26ABCC22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CAA16-F454-388E-D612-8B091D5E5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78D0-7E01-984A-AE4C-EA2E750AB5F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98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B7518-4F46-F441-1677-7EE3D3DDB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C4EA4-F557-C4EA-445C-93E1046327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8AA552-9E3E-7149-9FCF-2E06AC904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3A0583-0A92-2B69-FA92-1D34B9A01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8B0BA-2F67-D642-80C7-2B0C16BDB5E5}" type="datetimeFigureOut">
              <a:t>9/6/26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887337-9071-0B54-514C-139B11F99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7B1247-177A-9FB8-55A5-E449FEF3C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78D0-7E01-984A-AE4C-EA2E750AB5F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723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442B6-5BF0-E971-5E87-5D05DD526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0B6F0-12D2-27F5-B73E-3232B6C15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E36A9B-2014-81AB-047B-0BB848CC1F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1BB9F-963A-E62B-E8F1-6310174283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E538AE-C40C-3601-9444-4D86112BEC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84BA54-AD0F-1CD6-D81E-C7531BC76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8B0BA-2F67-D642-80C7-2B0C16BDB5E5}" type="datetimeFigureOut">
              <a:t>9/6/26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2F733E-15B5-DF11-D3A1-41A062FB2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0D97FF-8456-B672-903E-57775B3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78D0-7E01-984A-AE4C-EA2E750AB5F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918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02FAC-4D72-C4E2-809F-2BF1D8CDD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6CEBFF-D75B-D1DD-0949-A9DABFFE8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8B0BA-2F67-D642-80C7-2B0C16BDB5E5}" type="datetimeFigureOut">
              <a:t>9/6/26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A6D909-338B-01D8-CBF2-05D61D5BE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444A62-5E67-3A96-E491-CCADF9829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78D0-7E01-984A-AE4C-EA2E750AB5F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540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97B886-C2EF-8C5A-EF2C-39F51BBA5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8B0BA-2F67-D642-80C7-2B0C16BDB5E5}" type="datetimeFigureOut">
              <a:t>9/6/26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4EE96D-C831-75A4-154A-F690B7660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31ECB-C17B-A519-96B4-98706417A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78D0-7E01-984A-AE4C-EA2E750AB5F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614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26B23-41F2-6C66-D541-6FEED9E7B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AADF7-8E92-3B45-FE4F-812825203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0F2CD2-6D31-4B6A-965C-B6DFDE54EE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BCE11-D06B-91BC-774A-F24027BDD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8B0BA-2F67-D642-80C7-2B0C16BDB5E5}" type="datetimeFigureOut">
              <a:t>9/6/26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1E7D9-6858-9B06-A19C-FCE992C6A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2803A2-3FAE-47A7-2B77-64FDD5A20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78D0-7E01-984A-AE4C-EA2E750AB5F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585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13261-1366-4781-DBA7-3961BCB3F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4E10EB-01D1-2A9B-A3F8-4D79226185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F77873-A748-812A-3651-759BE571A3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2490F1-053D-B2AC-64D5-F81A73795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8B0BA-2F67-D642-80C7-2B0C16BDB5E5}" type="datetimeFigureOut">
              <a:t>9/6/26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0B2DF1-6F3D-3537-E376-C626CAE84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537611-8252-6615-11E5-2DBF46BF6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78D0-7E01-984A-AE4C-EA2E750AB5F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345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D4CA1-B5FF-6CD7-1914-F1744D138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EF9549-D26F-2943-0F3B-53E84D83A9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8EE02-CD86-7B43-F405-9D9D4081C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8B0BA-2F67-D642-80C7-2B0C16BDB5E5}" type="datetimeFigureOut"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A60B1-4984-F28D-3336-137D88622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6BE19-EE53-4374-3D4D-C5CF55209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78D0-7E01-984A-AE4C-EA2E750AB5F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213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95D414-DC16-F47B-AE1A-2C9B91AEA5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DBE903-47D4-13AA-2264-4F571F8FC1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29624-0D06-5862-E1FF-B2C83E5A7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8B0BA-2F67-D642-80C7-2B0C16BDB5E5}" type="datetimeFigureOut"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4B3BD-60FE-D9AB-7935-27D0AABDC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248F9-8624-BE30-3B7A-6C05C1EE1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78D0-7E01-984A-AE4C-EA2E750AB5F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71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BEBA48-0AF8-D886-FFD9-231BC6C00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61A2F8-E909-91C4-904C-1E29A6F55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ED782-017C-151A-64C4-77DDA4B4A0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58B0BA-2F67-D642-80C7-2B0C16BDB5E5}" type="datetimeFigureOut"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89F60-AD4E-963B-5EEB-8459865B0F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34296-15C0-2EBD-A329-DB292376BB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D78D0-7E01-984A-AE4C-EA2E750AB5F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629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17622F-A948-489F-EFE0-C0870502E4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4" y="5490971"/>
            <a:ext cx="6962072" cy="1159200"/>
          </a:xfrm>
        </p:spPr>
        <p:txBody>
          <a:bodyPr anchor="ctr">
            <a:normAutofit/>
          </a:bodyPr>
          <a:lstStyle/>
          <a:p>
            <a:pPr algn="l"/>
            <a:r>
              <a:rPr lang="en-US" sz="4000">
                <a:solidFill>
                  <a:srgbClr val="FFFFFF"/>
                </a:solidFill>
              </a:rPr>
              <a:t>www.cecec.cz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B7254F-9E4C-FD46-B20B-54B85EF09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r="13250"/>
          <a:stretch>
            <a:fillRect/>
          </a:stretch>
        </p:blipFill>
        <p:spPr>
          <a:xfrm>
            <a:off x="1182696" y="1262765"/>
            <a:ext cx="9826608" cy="2775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964F451-2A3D-A7CC-317A-8668F95040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96042" y="6027871"/>
            <a:ext cx="1987550" cy="6223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C5B18B5-3DA0-856F-3D0C-560C421C54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6010" y="5479385"/>
            <a:ext cx="2857500" cy="5334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7D5DC89-BA91-1D77-C99D-9FA992305B88}"/>
              </a:ext>
            </a:extLst>
          </p:cNvPr>
          <p:cNvSpPr txBox="1"/>
          <p:nvPr/>
        </p:nvSpPr>
        <p:spPr>
          <a:xfrm>
            <a:off x="102050" y="4832660"/>
            <a:ext cx="6994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Daniel Svozil, Department of Informatics and Chemistry, UCT, Prague</a:t>
            </a:r>
          </a:p>
        </p:txBody>
      </p:sp>
    </p:spTree>
    <p:extLst>
      <p:ext uri="{BB962C8B-B14F-4D97-AF65-F5344CB8AC3E}">
        <p14:creationId xmlns:p14="http://schemas.microsoft.com/office/powerpoint/2010/main" val="1542069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68AA3D-2697-D798-418A-FA59AB22D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CECEC 2027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DFEC0-A3E6-1E90-969B-33D86F713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t">
            <a:normAutofit/>
          </a:bodyPr>
          <a:lstStyle/>
          <a:p>
            <a:pPr marL="0" indent="0" algn="ctr">
              <a:buNone/>
            </a:pPr>
            <a:endParaRPr lang="en-US" sz="4800"/>
          </a:p>
          <a:p>
            <a:pPr marL="0" indent="0" algn="ctr">
              <a:buNone/>
            </a:pPr>
            <a:r>
              <a:rPr lang="en-US" sz="4800"/>
              <a:t>2. – 3. 9. 2027 (Thu, Fri)</a:t>
            </a:r>
          </a:p>
        </p:txBody>
      </p:sp>
    </p:spTree>
    <p:extLst>
      <p:ext uri="{BB962C8B-B14F-4D97-AF65-F5344CB8AC3E}">
        <p14:creationId xmlns:p14="http://schemas.microsoft.com/office/powerpoint/2010/main" val="3108092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32</Words>
  <Application>Microsoft Macintosh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www.cecec.cz</vt:lpstr>
      <vt:lpstr>CECEC 2027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Svozil Daniel</dc:creator>
  <cp:lastModifiedBy>Svozil Daniel</cp:lastModifiedBy>
  <cp:revision>7</cp:revision>
  <dcterms:created xsi:type="dcterms:W3CDTF">2026-09-06T20:14:20Z</dcterms:created>
  <dcterms:modified xsi:type="dcterms:W3CDTF">2026-09-06T20:28:55Z</dcterms:modified>
</cp:coreProperties>
</file>