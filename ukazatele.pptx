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3138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5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E2B7-C0C8-61E0-0C84-81E07CCFC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F5CAF-5525-2A2E-9638-A6C8741CF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2B4FF-41CF-2A9B-6075-4D2A1BB1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862-145A-43BE-8AE4-943A0FD5014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915D3-CB52-E7CF-1D0E-0FB86CE1E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93BA3-D3A5-A622-BF7D-A9C44EC6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07A1-BA8C-4BD9-B7AD-23BBA9ADB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7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3417-3ECC-447E-A2EE-F0C82257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E2ED8-34A0-AD24-95CB-B249D0D11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31F42-FA81-BAF8-6250-2A4A698D7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862-145A-43BE-8AE4-943A0FD5014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1177A-0C02-BC51-9A52-6E1910655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B4C9E-BD0B-6B45-8CB5-8BD2E1FB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07A1-BA8C-4BD9-B7AD-23BBA9ADB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03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2000-57D1-392A-9E3F-CC816281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F32C6-6802-DAEE-5AA7-D72F6DD5D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E3CA-F17F-AE08-34E1-5801B1EEC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862-145A-43BE-8AE4-943A0FD5014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DC0C1-D33C-0C85-1B54-52489EB44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FEB85-4A56-2386-924A-4B2AFA93B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07A1-BA8C-4BD9-B7AD-23BBA9ADB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69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3A72B-2C04-050E-2F9B-84D44DCD9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E8F19-FBFF-3D81-5C64-4BFA16CE0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DF060-02BD-A350-8DD1-8759C7416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13B64-846E-E5F6-59BD-138AB237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862-145A-43BE-8AE4-943A0FD5014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4AED9-E4DF-A55F-BB4F-856B6C5A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87C3C-F37B-0724-5CD0-006DFA3E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07A1-BA8C-4BD9-B7AD-23BBA9ADB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20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2472-E98A-60A5-91AE-355693C6C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A6B28-1A4A-746E-9389-9F5DC1EE7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3DEBC-16B1-7898-B204-18C72C22A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33E6AA-9343-99BA-B6A1-841BC18D2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71CEC8-95E4-7662-ED9E-F89E463F3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EB415E-71CF-658C-2719-7445B9F4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862-145A-43BE-8AE4-943A0FD5014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08DA0-CDD0-DB07-10D0-08D4ABD93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368914-561B-B6B1-6958-9EA7ED598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07A1-BA8C-4BD9-B7AD-23BBA9ADB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15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F6F44-5582-A58E-B05B-4830F0F77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C6A23-6C19-AE3C-0893-8DBAA074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862-145A-43BE-8AE4-943A0FD5014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26016-E243-4284-F4E5-90F040D35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868B2-B035-D988-6CD1-4172F59B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07A1-BA8C-4BD9-B7AD-23BBA9ADB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99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8995FF-4608-8185-714E-17D6456DC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862-145A-43BE-8AE4-943A0FD5014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D9052-50FC-FF84-399A-A5010EC7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26A97-8384-9A78-AD16-FA61B561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07A1-BA8C-4BD9-B7AD-23BBA9ADB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7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0F0F2-FC3A-4D36-4B66-D7DB6512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8795B-52F5-C801-ADA5-8D2F62931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5D546-26BC-9E01-CDB1-644162FCE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8BF26-BE0C-9DAA-0EFC-CA7D3BA4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862-145A-43BE-8AE4-943A0FD5014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D9739-7EE9-CB63-DB5B-B7BED89C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FF7A1-1C4B-E63E-C377-7DFEDE21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07A1-BA8C-4BD9-B7AD-23BBA9ADB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66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12FBC-8D81-78E4-FD08-F3128D5E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0EA8AB-4DFA-0156-D963-594464C99B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9602C-CA65-7FB9-1866-99CF1B20C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903E4-9865-BAF8-A4E0-63BF84DD1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862-145A-43BE-8AE4-943A0FD5014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66EAC-DEE9-74E6-9392-FCAD8D810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C7038-1F40-A8CF-E2D0-CF1161B24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07A1-BA8C-4BD9-B7AD-23BBA9ADB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33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96AB-3BF7-0F79-C85A-94969B51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BEA40-8FA2-81FD-5106-D4CC0AE57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E5001-5ECD-0DA1-EF03-42DA6559B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862-145A-43BE-8AE4-943A0FD5014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0D031-2DCD-9C08-4AD9-603FCEC2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4BD54-72F1-1A25-BF88-61DD5556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07A1-BA8C-4BD9-B7AD-23BBA9ADB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18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61049B-7A40-33E1-F523-81EA934A2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D884FC-376A-0A68-8792-15958A3B2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BAC8F-439D-8B99-56D8-1341581CC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862-145A-43BE-8AE4-943A0FD5014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F73DD-F283-FB88-1601-97F8E3815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371DD-1514-3BDB-0225-824BA81C4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07A1-BA8C-4BD9-B7AD-23BBA9ADB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8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06424-C0C0-4C64-D741-29671417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5F61E-DD00-3B09-9936-4735A0FD9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1B0B-39B6-1BD9-5738-3F485D92B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FC862-145A-43BE-8AE4-943A0FD5014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FB8FC-FD21-7C30-D3C9-62ED4F181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87D29-AB57-1AF1-F4E1-7BD363A9B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A07A1-BA8C-4BD9-B7AD-23BBA9ADB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63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1A18F903-3FED-6F44-714C-8EA9A4934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45" t="12062" r="12335" b="3623"/>
          <a:stretch/>
        </p:blipFill>
        <p:spPr>
          <a:xfrm>
            <a:off x="337244" y="401320"/>
            <a:ext cx="11700391" cy="278892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5E7067A7-6C29-9673-9C17-0870A4B12368}"/>
              </a:ext>
            </a:extLst>
          </p:cNvPr>
          <p:cNvSpPr/>
          <p:nvPr/>
        </p:nvSpPr>
        <p:spPr>
          <a:xfrm>
            <a:off x="2489199" y="4140200"/>
            <a:ext cx="7396480" cy="2550160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20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1A18F903-3FED-6F44-714C-8EA9A4934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45" t="12062" r="12335" b="3623"/>
          <a:stretch/>
        </p:blipFill>
        <p:spPr>
          <a:xfrm>
            <a:off x="337244" y="401320"/>
            <a:ext cx="11700391" cy="278892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5E7067A7-6C29-9673-9C17-0870A4B12368}"/>
              </a:ext>
            </a:extLst>
          </p:cNvPr>
          <p:cNvSpPr/>
          <p:nvPr/>
        </p:nvSpPr>
        <p:spPr>
          <a:xfrm rot="10800000">
            <a:off x="2489199" y="4140200"/>
            <a:ext cx="7396480" cy="2550160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50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1736130-7244-85FE-87CB-73FC461A683F}"/>
              </a:ext>
            </a:extLst>
          </p:cNvPr>
          <p:cNvGrpSpPr/>
          <p:nvPr/>
        </p:nvGrpSpPr>
        <p:grpSpPr>
          <a:xfrm>
            <a:off x="245804" y="1803400"/>
            <a:ext cx="11700391" cy="2788920"/>
            <a:chOff x="245804" y="1803400"/>
            <a:chExt cx="11700391" cy="2788920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A18F903-3FED-6F44-714C-8EA9A4934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445" t="12062" r="12335" b="3623"/>
            <a:stretch/>
          </p:blipFill>
          <p:spPr>
            <a:xfrm>
              <a:off x="245804" y="1803400"/>
              <a:ext cx="11700391" cy="2788920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D697A1C-32C5-F76B-FE8E-05C9482382F4}"/>
                </a:ext>
              </a:extLst>
            </p:cNvPr>
            <p:cNvSpPr/>
            <p:nvPr/>
          </p:nvSpPr>
          <p:spPr>
            <a:xfrm>
              <a:off x="2814320" y="3921760"/>
              <a:ext cx="7183120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6907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svozild</dc:creator>
  <cp:lastModifiedBy>svozild</cp:lastModifiedBy>
  <cp:revision>5</cp:revision>
  <cp:lastPrinted>2026-08-31T10:24:57Z</cp:lastPrinted>
  <dcterms:created xsi:type="dcterms:W3CDTF">2026-08-31T10:08:56Z</dcterms:created>
  <dcterms:modified xsi:type="dcterms:W3CDTF">2026-08-31T10:27:09Z</dcterms:modified>
</cp:coreProperties>
</file>